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3d3973bed5408c" /><Relationship Type="http://schemas.openxmlformats.org/officeDocument/2006/relationships/extended-properties" Target="/docProps/app.xml" Id="R3268e39397994378" /><Relationship Type="http://schemas.openxmlformats.org/officeDocument/2006/relationships/officeDocument" Target="/ppt/presentation.xml" Id="R138a57e42b0948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ac36f9f3b4177"/>
  </p:sldMasterIdLst>
  <p:notesMasterIdLst>
    <p:notesMasterId xmlns:r="http://schemas.openxmlformats.org/officeDocument/2006/relationships" r:id="R7c93064c95bd41fb"/>
  </p:notesMasterIdLst>
  <p:sldIdLst>
    <p:sldId xmlns:r="http://schemas.openxmlformats.org/officeDocument/2006/relationships" id="256" r:id="R75345f0278e6485c"/>
    <p:sldId xmlns:r="http://schemas.openxmlformats.org/officeDocument/2006/relationships" id="257" r:id="R030fe11e4b2243cd"/>
    <p:sldId xmlns:r="http://schemas.openxmlformats.org/officeDocument/2006/relationships" id="258" r:id="R75531b5c08d74afb"/>
    <p:sldId xmlns:r="http://schemas.openxmlformats.org/officeDocument/2006/relationships" id="259" r:id="R183f4aa76afc4f68"/>
    <p:sldId xmlns:r="http://schemas.openxmlformats.org/officeDocument/2006/relationships" id="260" r:id="R8c367c6830ed43f5"/>
    <p:sldId xmlns:r="http://schemas.openxmlformats.org/officeDocument/2006/relationships" id="261" r:id="R976a5a152d2b4c50"/>
    <p:sldId xmlns:r="http://schemas.openxmlformats.org/officeDocument/2006/relationships" id="262" r:id="R5d203b4d13a5491d"/>
    <p:sldId xmlns:r="http://schemas.openxmlformats.org/officeDocument/2006/relationships" id="263" r:id="R354960c4dfda4b6f"/>
    <p:sldId xmlns:r="http://schemas.openxmlformats.org/officeDocument/2006/relationships" id="264" r:id="R2ea38127ef244e37"/>
    <p:sldId xmlns:r="http://schemas.openxmlformats.org/officeDocument/2006/relationships" id="265" r:id="Rc3e3c8f7aea749bd"/>
    <p:sldId xmlns:r="http://schemas.openxmlformats.org/officeDocument/2006/relationships" id="266" r:id="R27bfff7099e041b2"/>
    <p:sldId xmlns:r="http://schemas.openxmlformats.org/officeDocument/2006/relationships" id="267" r:id="R640f5a198456466f"/>
    <p:sldId xmlns:r="http://schemas.openxmlformats.org/officeDocument/2006/relationships" id="268" r:id="R78dc2789108e4e83"/>
    <p:sldId xmlns:r="http://schemas.openxmlformats.org/officeDocument/2006/relationships" id="269" r:id="R3d0b1032ca52428b"/>
    <p:sldId xmlns:r="http://schemas.openxmlformats.org/officeDocument/2006/relationships" id="270" r:id="R02efafc21d2a4fb2"/>
    <p:sldId xmlns:r="http://schemas.openxmlformats.org/officeDocument/2006/relationships" id="271" r:id="R5044637ccec6413c"/>
    <p:sldId xmlns:r="http://schemas.openxmlformats.org/officeDocument/2006/relationships" id="272" r:id="Rb051f50797c54f01"/>
    <p:sldId xmlns:r="http://schemas.openxmlformats.org/officeDocument/2006/relationships" id="273" r:id="R80ec895e60f14d39"/>
    <p:sldId xmlns:r="http://schemas.openxmlformats.org/officeDocument/2006/relationships" id="274" r:id="R70ee0b1f2a4b42c1"/>
    <p:sldId xmlns:r="http://schemas.openxmlformats.org/officeDocument/2006/relationships" id="275" r:id="Re2f9cc8f62c547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2ff558e9a24aef" /><Relationship Type="http://schemas.openxmlformats.org/officeDocument/2006/relationships/slideMaster" Target="/ppt/slideMasters/slideMaster1.xml" Id="R0ccac36f9f3b4177" /><Relationship Type="http://schemas.openxmlformats.org/officeDocument/2006/relationships/notesMaster" Target="/ppt/notesMasters/notesMaster1.xml" Id="R7c93064c95bd41fb" /><Relationship Type="http://schemas.openxmlformats.org/officeDocument/2006/relationships/presProps" Target="/ppt/presProps.xml" Id="Rd510ce0912e34964" /><Relationship Type="http://schemas.openxmlformats.org/officeDocument/2006/relationships/tableStyles" Target="/ppt/tableStyles.xml" Id="Rf3d98c39e6124383" /><Relationship Type="http://schemas.openxmlformats.org/officeDocument/2006/relationships/slide" Target="/ppt/slides/slide1.xml" Id="R75345f0278e6485c" /><Relationship Type="http://schemas.openxmlformats.org/officeDocument/2006/relationships/slide" Target="/ppt/slides/slide2.xml" Id="R030fe11e4b2243cd" /><Relationship Type="http://schemas.openxmlformats.org/officeDocument/2006/relationships/slide" Target="/ppt/slides/slide3.xml" Id="R75531b5c08d74afb" /><Relationship Type="http://schemas.openxmlformats.org/officeDocument/2006/relationships/slide" Target="/ppt/slides/slide4.xml" Id="R183f4aa76afc4f68" /><Relationship Type="http://schemas.openxmlformats.org/officeDocument/2006/relationships/slide" Target="/ppt/slides/slide5.xml" Id="R8c367c6830ed43f5" /><Relationship Type="http://schemas.openxmlformats.org/officeDocument/2006/relationships/slide" Target="/ppt/slides/slide6.xml" Id="R976a5a152d2b4c50" /><Relationship Type="http://schemas.openxmlformats.org/officeDocument/2006/relationships/slide" Target="/ppt/slides/slide7.xml" Id="R5d203b4d13a5491d" /><Relationship Type="http://schemas.openxmlformats.org/officeDocument/2006/relationships/slide" Target="/ppt/slides/slide8.xml" Id="R354960c4dfda4b6f" /><Relationship Type="http://schemas.openxmlformats.org/officeDocument/2006/relationships/slide" Target="/ppt/slides/slide9.xml" Id="R2ea38127ef244e37" /><Relationship Type="http://schemas.openxmlformats.org/officeDocument/2006/relationships/slide" Target="/ppt/slides/slide10.xml" Id="Rc3e3c8f7aea749bd" /><Relationship Type="http://schemas.openxmlformats.org/officeDocument/2006/relationships/slide" Target="/ppt/slides/slide11.xml" Id="R27bfff7099e041b2" /><Relationship Type="http://schemas.openxmlformats.org/officeDocument/2006/relationships/slide" Target="/ppt/slides/slide12.xml" Id="R640f5a198456466f" /><Relationship Type="http://schemas.openxmlformats.org/officeDocument/2006/relationships/slide" Target="/ppt/slides/slide13.xml" Id="R78dc2789108e4e83" /><Relationship Type="http://schemas.openxmlformats.org/officeDocument/2006/relationships/slide" Target="/ppt/slides/slide14.xml" Id="R3d0b1032ca52428b" /><Relationship Type="http://schemas.openxmlformats.org/officeDocument/2006/relationships/slide" Target="/ppt/slides/slide15.xml" Id="R02efafc21d2a4fb2" /><Relationship Type="http://schemas.openxmlformats.org/officeDocument/2006/relationships/slide" Target="/ppt/slides/slide16.xml" Id="R5044637ccec6413c" /><Relationship Type="http://schemas.openxmlformats.org/officeDocument/2006/relationships/slide" Target="/ppt/slides/slide17.xml" Id="Rb051f50797c54f01" /><Relationship Type="http://schemas.openxmlformats.org/officeDocument/2006/relationships/slide" Target="/ppt/slides/slide18.xml" Id="R80ec895e60f14d39" /><Relationship Type="http://schemas.openxmlformats.org/officeDocument/2006/relationships/slide" Target="/ppt/slides/slide19.xml" Id="R70ee0b1f2a4b42c1" /><Relationship Type="http://schemas.openxmlformats.org/officeDocument/2006/relationships/slide" Target="/ppt/slides/slide20.xml" Id="Re2f9cc8f62c547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3f1aa5a1c14a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053ccb6574cbf" /><Relationship Type="http://schemas.openxmlformats.org/officeDocument/2006/relationships/notesMaster" Target="/ppt/notesMasters/notesMaster1.xml" Id="Rc8d2f0a11584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5575356d564017" /><Relationship Type="http://schemas.openxmlformats.org/officeDocument/2006/relationships/notesMaster" Target="/ppt/notesMasters/notesMaster1.xml" Id="R89660c61c8de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9e0677cab9487a" /><Relationship Type="http://schemas.openxmlformats.org/officeDocument/2006/relationships/notesMaster" Target="/ppt/notesMasters/notesMaster1.xml" Id="Rd5cc9ec0b5854b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ef665710d4dd4" /><Relationship Type="http://schemas.openxmlformats.org/officeDocument/2006/relationships/notesMaster" Target="/ppt/notesMasters/notesMaster1.xml" Id="R6002febaa98143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f356daba3444a2" /><Relationship Type="http://schemas.openxmlformats.org/officeDocument/2006/relationships/notesMaster" Target="/ppt/notesMasters/notesMaster1.xml" Id="Rc67e2865137a4e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26dd4b76254181" /><Relationship Type="http://schemas.openxmlformats.org/officeDocument/2006/relationships/notesMaster" Target="/ppt/notesMasters/notesMaster1.xml" Id="Rad3e2b7b7462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b3fcb6f0f64e92" /><Relationship Type="http://schemas.openxmlformats.org/officeDocument/2006/relationships/notesMaster" Target="/ppt/notesMasters/notesMaster1.xml" Id="Rf2749b2c093341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fd1de5a984759" /><Relationship Type="http://schemas.openxmlformats.org/officeDocument/2006/relationships/notesMaster" Target="/ppt/notesMasters/notesMaster1.xml" Id="R69c8d01213a9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3d3c097de4102" /><Relationship Type="http://schemas.openxmlformats.org/officeDocument/2006/relationships/notesMaster" Target="/ppt/notesMasters/notesMaster1.xml" Id="Reb220e9bf2da45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dafb8bbb654d6a" /><Relationship Type="http://schemas.openxmlformats.org/officeDocument/2006/relationships/notesMaster" Target="/ppt/notesMasters/notesMaster1.xml" Id="R264dd22a3b4844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cfdf784e6e41c2" /><Relationship Type="http://schemas.openxmlformats.org/officeDocument/2006/relationships/notesMaster" Target="/ppt/notesMasters/notesMaster1.xml" Id="Rbb3526a365fb4c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f574015c1c4760" /><Relationship Type="http://schemas.openxmlformats.org/officeDocument/2006/relationships/notesMaster" Target="/ppt/notesMasters/notesMaster1.xml" Id="Rcf8bf30989b849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3425b20f964fdb" /><Relationship Type="http://schemas.openxmlformats.org/officeDocument/2006/relationships/notesMaster" Target="/ppt/notesMasters/notesMaster1.xml" Id="R35964ac22f5b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240a237b324cea" /><Relationship Type="http://schemas.openxmlformats.org/officeDocument/2006/relationships/notesMaster" Target="/ppt/notesMasters/notesMaster1.xml" Id="R9126c730565346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70b4f7cc514f8a" /><Relationship Type="http://schemas.openxmlformats.org/officeDocument/2006/relationships/notesMaster" Target="/ppt/notesMasters/notesMaster1.xml" Id="Rf11b0743f5f74d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636dfac2c049ff" /><Relationship Type="http://schemas.openxmlformats.org/officeDocument/2006/relationships/notesMaster" Target="/ppt/notesMasters/notesMaster1.xml" Id="R0af431def6b243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02d90091394eb8" /><Relationship Type="http://schemas.openxmlformats.org/officeDocument/2006/relationships/notesMaster" Target="/ppt/notesMasters/notesMaster1.xml" Id="Rf999e5132c374e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581d1230804023" /><Relationship Type="http://schemas.openxmlformats.org/officeDocument/2006/relationships/notesMaster" Target="/ppt/notesMasters/notesMaster1.xml" Id="R161c839e15dc45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ca914e10e64080" /><Relationship Type="http://schemas.openxmlformats.org/officeDocument/2006/relationships/notesMaster" Target="/ppt/notesMasters/notesMaster1.xml" Id="R7ddd403a4ce742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72a199728543b5" /><Relationship Type="http://schemas.openxmlformats.org/officeDocument/2006/relationships/notesMaster" Target="/ppt/notesMasters/notesMaster1.xml" Id="R377006a3b81442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Explain that advanced analytics and Finance calculations are not promised by this MVP. Management access depends on approved existing roles.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Use isolated synthetic identities and local Mailpit. Demonstrate each role in turn. No live employee records or external training emails.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Answers: No. No. Assets need In Store status and no current custody. Recipients need active Employee role, verified email and accepted portal access. No: email delivery requires separate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IAC application README.md; docs/SYSTEM_DESIGN_AND_USER_GUIDE.md; docs/API_SMTP_ADMIN_GUIDE.md; docs/API.md. Screenshot sources are synthetic browser test artifacts.</a:t>
            </a:r>
          </a:p>
          <a:p xmlns:a="http://schemas.openxmlformats.org/drawingml/2006/main">
            <a:r>
              <a:t>Trainer: demonstrate this workflow with approved synthetic data, then ask participants to identify the next required action. Portal acceptance differs from asset acknowledgement.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cf4579a6e47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a72fe0c8b4a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2535cce1349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0c54a3af448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9937202d74f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fb9eece3d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E63C7E-1E53-4043-87FC-F7DC130A8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4044B8-93FC-43A4-9A02-E33A32DE70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8161E1-BDCA-4B5F-8D29-470D62427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1A44CD-1EBB-46DE-981B-247ECDB8D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62C360-3848-4461-8DB6-347AEED95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5A9E84-E6C9-4EB0-A64C-669C43985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EB31E9-B1B9-4579-8C99-8D375B4B4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72244E-7517-401C-9DA8-84886B607A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361432-8E8F-4D62-9D86-E19B8212B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D7F442-D621-4CB0-B18E-7199AC69D1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3cf9148d54425" /><Relationship Type="http://schemas.openxmlformats.org/officeDocument/2006/relationships/slideLayout" Target="/ppt/slideLayouts/slideLayout1.xml" Id="R4c94fca350ad4f4d" /><Relationship Type="http://schemas.openxmlformats.org/officeDocument/2006/relationships/slideLayout" Target="/ppt/slideLayouts/slideLayout2.xml" Id="Rb4b89209dd274315" /><Relationship Type="http://schemas.openxmlformats.org/officeDocument/2006/relationships/slideLayout" Target="/ppt/slideLayouts/slideLayout3.xml" Id="R0bea8f5c3df54674" /><Relationship Type="http://schemas.openxmlformats.org/officeDocument/2006/relationships/slideLayout" Target="/ppt/slideLayouts/slideLayout4.xml" Id="Re59334f1d80e4eb8" /><Relationship Type="http://schemas.openxmlformats.org/officeDocument/2006/relationships/slideLayout" Target="/ppt/slideLayouts/slideLayout5.xml" Id="R21aa3d37c2c3477c" /><Relationship Type="http://schemas.openxmlformats.org/officeDocument/2006/relationships/slideLayout" Target="/ppt/slideLayouts/slideLayout6.xml" Id="R1b03e6051d1f46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4fca350ad4f4d"/>
    <p:sldLayoutId xmlns:r="http://schemas.openxmlformats.org/officeDocument/2006/relationships" id="2147483650" r:id="Rb4b89209dd274315"/>
    <p:sldLayoutId xmlns:r="http://schemas.openxmlformats.org/officeDocument/2006/relationships" id="2147483651" r:id="R0bea8f5c3df54674"/>
    <p:sldLayoutId xmlns:r="http://schemas.openxmlformats.org/officeDocument/2006/relationships" id="2147483652" r:id="Re59334f1d80e4eb8"/>
    <p:sldLayoutId xmlns:r="http://schemas.openxmlformats.org/officeDocument/2006/relationships" id="2147483653" r:id="R21aa3d37c2c3477c"/>
    <p:sldLayoutId xmlns:r="http://schemas.openxmlformats.org/officeDocument/2006/relationships" id="2147483654" r:id="R1b03e6051d1f46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0a58af079493b" /><Relationship Type="http://schemas.openxmlformats.org/officeDocument/2006/relationships/notesSlide" Target="/ppt/notesSlides/notesSlide1.xml" Id="R874547815c71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63a6f0f014f6f" /><Relationship Type="http://schemas.openxmlformats.org/officeDocument/2006/relationships/notesSlide" Target="/ppt/notesSlides/notesSlide2.xml" Id="Rb8e580a8450b41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30ed992fd4aae" /><Relationship Type="http://schemas.openxmlformats.org/officeDocument/2006/relationships/notesSlide" Target="/ppt/notesSlides/notesSlide3.xml" Id="R8d00fd932a084b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169a1e4874bcb" /><Relationship Type="http://schemas.openxmlformats.org/officeDocument/2006/relationships/notesSlide" Target="/ppt/notesSlides/notesSlide4.xml" Id="Rc657d1af1980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f1b5338d24860" /><Relationship Type="http://schemas.openxmlformats.org/officeDocument/2006/relationships/notesSlide" Target="/ppt/notesSlides/notesSlide5.xml" Id="Rfe51a8a498d642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f3b24abf44646" /><Relationship Type="http://schemas.openxmlformats.org/officeDocument/2006/relationships/notesSlide" Target="/ppt/notesSlides/notesSlide6.xml" Id="Rb9e84f08576e40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a511e39b24ef4" /><Relationship Type="http://schemas.openxmlformats.org/officeDocument/2006/relationships/notesSlide" Target="/ppt/notesSlides/notesSlide7.xml" Id="R866ca901448745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1998e11ef2420a" /><Relationship Type="http://schemas.openxmlformats.org/officeDocument/2006/relationships/image" Target="/ppt/media/image.png" Id="Ra9f9eb35b1764559" /><Relationship Type="http://schemas.openxmlformats.org/officeDocument/2006/relationships/notesSlide" Target="/ppt/notesSlides/notesSlide8.xml" Id="R007329e6a69e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f4cb506284a52" /><Relationship Type="http://schemas.openxmlformats.org/officeDocument/2006/relationships/notesSlide" Target="/ppt/notesSlides/notesSlide9.xml" Id="Re69d665b913d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2a6c3aa0c4dea" /><Relationship Type="http://schemas.openxmlformats.org/officeDocument/2006/relationships/notesSlide" Target="/ppt/notesSlides/notesSlide10.xml" Id="R1d617df5279b4f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d55f222b44879" /><Relationship Type="http://schemas.openxmlformats.org/officeDocument/2006/relationships/notesSlide" Target="/ppt/notesSlides/notesSlide11.xml" Id="Rd9f6b16ecf2944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e9394a5864b8f" /><Relationship Type="http://schemas.openxmlformats.org/officeDocument/2006/relationships/notesSlide" Target="/ppt/notesSlides/notesSlide12.xml" Id="R46aee8a1751041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963f1e9974928" /><Relationship Type="http://schemas.openxmlformats.org/officeDocument/2006/relationships/image" Target="/ppt/media/image2.png" Id="R2e7dd9bc647c460d" /><Relationship Type="http://schemas.openxmlformats.org/officeDocument/2006/relationships/notesSlide" Target="/ppt/notesSlides/notesSlide13.xml" Id="Re0640b16405647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837d6d67f4f2e" /><Relationship Type="http://schemas.openxmlformats.org/officeDocument/2006/relationships/notesSlide" Target="/ppt/notesSlides/notesSlide14.xml" Id="R01a8b13509644e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801a9f80e47cf" /><Relationship Type="http://schemas.openxmlformats.org/officeDocument/2006/relationships/notesSlide" Target="/ppt/notesSlides/notesSlide15.xml" Id="Rad477d25109049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2786a53814525" /><Relationship Type="http://schemas.openxmlformats.org/officeDocument/2006/relationships/notesSlide" Target="/ppt/notesSlides/notesSlide16.xml" Id="Rdbc44d6579d840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99eabac184366" /><Relationship Type="http://schemas.openxmlformats.org/officeDocument/2006/relationships/notesSlide" Target="/ppt/notesSlides/notesSlide17.xml" Id="Rf37fb23bbc4940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b3c6f8660454d" /><Relationship Type="http://schemas.openxmlformats.org/officeDocument/2006/relationships/notesSlide" Target="/ppt/notesSlides/notesSlide18.xml" Id="R39aae290c73142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1229e82f94504" /><Relationship Type="http://schemas.openxmlformats.org/officeDocument/2006/relationships/notesSlide" Target="/ppt/notesSlides/notesSlide19.xml" Id="Ra9df81df09c545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e5643fe4a468b" /><Relationship Type="http://schemas.openxmlformats.org/officeDocument/2006/relationships/notesSlide" Target="/ppt/notesSlides/notesSlide20.xml" Id="R28fb5893a2dc46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3647-ECF3-4CDF-8BE1-DD2F7062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8CE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CEE8"/>
                </a:solidFill>
                <a:latin typeface="Arial"/>
                <a:ea typeface="Arial"/>
                <a:cs typeface="Arial"/>
              </a:rPr>
              <a:t>IAC PATRONS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7F263-4B84-405F-A6E2-6E41B1D9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6885B-FB97-4C25-A19D-48F1F861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Staff, Admin and Management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A482C-7214-4D90-812B-B8E13EEF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E6F2"/>
                </a:solidFill>
                <a:latin typeface="Arial"/>
                <a:ea typeface="Arial"/>
                <a:cs typeface="Arial"/>
              </a:rPr>
              <a:t>Portal overview and daily workflows</a:t>
            </a:r>
          </a:p>
          <a:p xmlns:a="http://schemas.openxmlformats.org/drawingml/2006/main">
            <a:pPr>
              <a:defRPr sz="1800" b="0">
                <a:solidFill>
                  <a:srgbClr val="D5E6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E6F2"/>
                </a:solidFill>
                <a:latin typeface="Arial"/>
                <a:ea typeface="Arial"/>
                <a:cs typeface="Arial"/>
              </a:rPr>
              <a:t>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60567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E5FE5-6AC6-4B05-B552-6FA25AC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ALL PARTICIPANTS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B6C1-F42C-4A1B-BF8C-19986A7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Session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5A864-70EB-426A-A917-E62E8D57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003C0-3290-4D7B-A3FB-236D756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Management responsibilities and rollout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40BE9-9395-44E1-93A5-72ADE7E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D9F7E-924A-4F61-8431-9D3944A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Staff access, equipment review and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859A-FD56-413F-B42D-F89F570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D8562-3C17-4D8C-8572-EC10F9F1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Admin setup, custody and register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80E61-DC90-45AD-A061-E99970A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C783D-9A2F-4325-AFEB-4A14E5C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Practice: a complete equipment handover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84D99-140D-4C42-B6E8-F1AE726C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678A0-AE63-42CC-A9C5-90C3BAF7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6268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AAAE2-7DD4-4210-B626-22D645E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C1542-3844-42A4-9B87-5E895BE3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Management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9F6FC-9798-4E8D-B7E6-0BD1FD76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0788B-3EBF-4F7C-9142-4D5A30FF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One catalog connects equipment to current custody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A42BD-62FA-42B4-9DE4-E61271AF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776E9-851F-4792-BDC5-56AE191E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Support tickets retain requests and responses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9EEB8-B3CE-49FA-9D2E-31D461A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43225-D859-42C2-8EC7-D5BFF80E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Audit history records changes and accountable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D5B1C-1FBB-4C16-B210-177FDA6D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4D70B-23A1-4D3B-84DE-C5361FF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Approved access limits who can read and change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83434-C5D1-43E8-B41A-8BC2F54C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3084B-AB2C-47C8-8FF7-E67DC6E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9266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F31BA-8D33-449A-AD49-780AD51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4BF1B-E368-479D-A7D1-BA5A0B3F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Management decisions and MVP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E536-41DA-42CB-81E7-FB09E74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60F0A-E31B-4CF6-BFEA-835FD461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Assign owners for inventory, support and data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80608-2199-40BD-B2C8-E6FA07C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569E8-CEF8-42BD-9F50-4CBF8470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Approve employee mappings, notification groups and retention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EBA88-F6BE-409F-8EE2-35546D2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A0C0C-C1FC-43FB-8D19-7D2632F9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Finance policy and production deployment need owner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3B1D5-27DF-4506-9583-136D974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37548-C89E-4DE5-8B20-BD7C31D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Management is an audience, not a separate implemented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E0658-C42F-4160-8319-AD1608FF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8B102-E95B-4399-9618-C2DA17C1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3480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8DA40-BD03-458C-826E-09D995F3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ALL PARTICIPANTS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69440-CD9D-4102-B242-569919BA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Who can do what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E9402-C2B9-46F1-B82D-778828C3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CCE97-C6CE-4DE5-990D-07D28E2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Employee: read own assigned assets and raise tickets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92CE-5CF8-408D-9287-AFBD5493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F7567-8AE5-4819-A51E-1A31D84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Admin: manage assets, assignments, people and masters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322A4-4E78-4B18-97FF-5734B33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3E77D-05EE-4041-A2BD-654DEBD2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IT/Admin: work the support queue and complete tickets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EC28D-F860-48E2-A72C-9BEC00F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A0920-1C04-4190-BD06-12384C5F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IT/Admin alone cannot assign inventory or manage 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33037-7802-4DF3-8049-80E7FC73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EAA8F-97A0-4DD2-8FC4-98D806D4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1659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3C599-FF3D-4508-9E52-B2479FA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47392-8884-42E7-897B-074F6876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First sign-in and portal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CEF98-1D35-4F47-A698-C70DE7EA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84147-D094-4DC2-B0C8-CE99BFF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Use your approved email or newest invitation 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715AE-C135-4147-9BF1-F30A906B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4283D-F3B9-485A-9565-269793A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Complete email verification and 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D6B5-E019-496D-8A80-95D7F999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B5499-AEC1-4540-806B-7CD07EB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Staff roles complete authenticator verification when prompted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C83D-A628-4018-943B-C4E4C625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C1FA4-8721-48CF-8B99-86D06B9E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Accept the portal notice before using the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34C5D-3695-4485-8272-4688272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8D36-338E-4050-8CB7-C2FA1F6F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2091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ABEC1-EA15-4653-A692-A6171DF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2E8D7-B21B-4B27-89DD-7CB3112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Equipment review and receipt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27BB2-7F3A-45BD-BBAD-3B14B2EA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EC02D-7D2B-47B7-930E-CABC6D1D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Open Your assets and select your equipment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6263B-827A-4234-872D-A8F915ED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477F0-7CB7-4BEA-BE07-4558B190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Check Asset ID, serial number, condition and saved picture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5A016-958C-43FF-AB55-920416D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124AF-9CA4-4C5B-9FB8-6D1297E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Confirm receipt when correct or report a discrepancy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244F3-497D-4E15-AB51-734D6580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6FD97-FE7C-426C-8D79-800EB1DE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Employees view asset details and photos without editing them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B276D-1D0F-44B7-A463-88719C12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7FDBA-048B-4F5A-9EDB-E3DE58B0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022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633E1-1A9E-43F5-AA21-210ED7AA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STAFF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94AB0-C41C-406A-A657-D1A989F4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Employee asset screen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AB1AF-C7F3-4EA3-9E7D-C5C0793C0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9eb35b1764559"/>
          <a:stretch xmlns:a="http://schemas.openxmlformats.org/drawingml/2006/main"/>
        </p:blipFill>
        <p:spPr>
          <a:xfrm xmlns:a="http://schemas.openxmlformats.org/drawingml/2006/main">
            <a:off x="4139299" y="2000250"/>
            <a:ext cx="391340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3EDCF-1443-4BA8-9794-78114EBB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Synthetic training example. Demonstrate the corresponding screen in the portal.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3373C-FA25-4A84-A2E5-7077DEB1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8F0C8-68DD-4035-A16B-057BB793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0876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5A6D5-D606-4A9F-A00E-32F9189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FD62C-DF78-4901-BF43-3296552B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A useful support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1794C-E90A-4272-BC2A-F5AC400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5204A-26C0-4A16-ADB4-C573A9B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Open Support desk and create a new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E1973-DF9C-42ED-B29D-01AB7A58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E6D54-7E38-42A7-B327-B8444C9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Describe symptoms and troubleshooting already tried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E8428-1EDC-4675-9AF0-B6BF7C9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6D7A4-B951-4B4E-9AC5-F8B805E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Choose category and priority and link your assigned asset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909B3-B104-4A2E-83F2-F3CA5901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81266-A5DE-4DAB-9B50-B352F91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Follow public replies without sharing credentials or MFA codes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C3289-2443-4161-9A6D-E9998104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6E0C5-7C3E-428D-A51F-E5FCB7B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48530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53251-2726-4F69-9E72-7380329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4FF3A-9536-41BE-B1B9-54915A1B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People and master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87FD1-70C0-4D94-A83F-B69AB154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57E39-53F2-4CC4-AE0C-0A11947E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Approve or invite the correct employee email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B05E1-8078-4A7F-935E-C096EB0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0B08A-1330-44B1-A3C4-6767ACB0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Wait for activation, verification and portal 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4F340-B5DE-4FB8-85F3-85A506A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7EAEE-4099-4B17-B33E-BDB645B9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Use Master Control for departments, locations and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EB74C-EBB0-423A-93DE-2311ECEE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79520-46A3-4D73-A1AF-F786B9B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Keep permanent codes and deactivate retired editable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BF44-8A10-4F28-BE7E-95CF3C81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E5AD8-3341-4CB3-AFFA-6BA8B30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05877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B3A06-2637-41BB-984C-3433A059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67AD4-994B-4181-A64E-A279CE5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Asset creation and laptop photos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F9CCB-F862-4313-B315-1E1BE1DA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33E1B-85DA-4FE1-89DD-0DE7377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Create the asset with identity, category and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DC0F3-0C09-4C86-84B5-750278BB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8CF09-C2CB-4360-A8E3-764B26AD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Use In Store for equipment ready for first assignment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CFB8B-E26B-4DFF-8E7A-ED4C1C23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CF415-7BF4-4151-8868-D287D4CF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Enter known financial values and leave unknown values blank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F09CB-738B-41E5-ADE8-BA9BD26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7B2E2-BB59-4358-964B-0954798A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Preview the picture, enter a reason and explicitly Save photo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22CC6-E330-4A90-BD18-279F6C1D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62658-D4E1-4D17-91F8-0917DA5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9784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1F99B-B763-40F4-B040-5BF025B6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B3D04-6E96-4A48-B598-DE9AB70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Assignment and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A1D5A-5723-4AA1-A062-597076FD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8AD19-1B74-49F7-9424-32D10380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Open Asset catalog and choose Assign asset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BEA87-F638-4ADC-B698-CB0E7468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9511A-F1BE-4198-AC56-5EABAEC4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Choose an In Store asset and an eligible Employee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641A4-AFCC-4745-B1D7-0020302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6A613-35C5-4BC4-BBB4-F66A23E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Review the handover note and Confirm assignment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0BFA3-0D88-4A11-AD25-411BF4F5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1AD75-424A-4842-9F38-67A25388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Transfer custody requires a different employee and a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571EB-5209-455C-BB42-78BE2EAB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3793B-6BCE-4A03-BA5D-6F168A1F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2178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15C7-BD41-4CB7-B3E9-7BA8C51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ADMIN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1BB21-B48D-4CDF-849D-1B6DBA3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Assignment screen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E2B26-6834-447C-A6EE-D984D9B1C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dd9bc647c460d"/>
          <a:stretch xmlns:a="http://schemas.openxmlformats.org/drawingml/2006/main"/>
        </p:blipFill>
        <p:spPr>
          <a:xfrm xmlns:a="http://schemas.openxmlformats.org/drawingml/2006/main">
            <a:off x="3753582" y="2000250"/>
            <a:ext cx="4684836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A537B-8797-4471-906F-00BE3E2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Synthetic training example. Demonstrate the corresponding screen in the portal.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EBE28-65EB-4B47-90F8-2D76FEAD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18009-6BC7-4EC3-8778-E4555B2A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874610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32A44-AAC2-4C3D-AB91-D171249E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69FEB-DA4B-4A73-94DA-A12E17A4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Return and custody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680E8-8D00-4A93-B8B9-9B78CF14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9E298-5327-4FB6-91A0-9CB467A0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Record return condition, reason and destination where needed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7B4C3-DAEE-4D76-AECA-4242F4FE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14D92-FBD7-4229-85B7-D9E9FC4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Inspect current custody before another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7D7CA-3D86-4FA4-81EE-0F8C5114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C7F5F-D701-4147-AC0B-FCFBC998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Refresh and review when another change causes a version conflict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312B1-9747-40E4-8226-3CA582E7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2C94A-7656-48E2-A350-55700839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Portal acceptance and equipment receipt are separate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B18B8-43CF-481B-A0CF-035A94B5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F15B9-AC09-4BFB-881E-0C25B74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65668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42038-0F3A-4874-A268-779EB8A9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25376-786A-46C8-964B-B6DB7DD7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Excel, CSV and register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D84F5-8CD8-4DD2-B2EE-E39426AF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E846E-A950-4472-8C05-17808125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Single form: template, one row, preview, Load into form, Save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93582-1242-41F1-9902-AD66B61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853A6-BDB2-4B98-83E8-A42E276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Bulk: template, validate, inspect, confirm and 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B5260-E08C-422E-9495-125DDEF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1F878-75F0-4D50-B0A8-C45E323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Bulk allows up to 50 rows and a 60,000-byte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6AB21-394A-4E0F-9A9C-C9093149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3D475-CC34-4AF7-A06B-9134DFB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Original registers require reconciliation and separate promotion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7F080-C1F2-4E55-87B8-86B55773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2C8E1-B4CB-4036-A113-9E1E7CF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62555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1F532-51BF-44AE-B878-58FE193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IT /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2FEDC-DC0B-422C-A977-29F30C0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Ticket ownership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79D2C-0ABE-4DF6-ABCD-ACF8FBD5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22860-5A3E-4B34-B9FD-7E8C549B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Review the queue and choose an owner where appropriate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8F1AB-DD6E-4DFF-966F-055E2FA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17ADF-2665-4FF8-8045-6469BFCB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Public replies reach the reporter; internal notes stay with staff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4303C-066E-48B3-9B1C-AB801054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5FDC9-B1BE-4931-817D-42EEC101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Record the resolution and mark the ticket 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3AEA1-4404-4DC7-B774-6F6839C8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0F9F4-015C-4C4C-B5EB-AEC707BC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Completing a ticket leaves equipment custody unchanged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1AF38-CF9B-482A-9A39-A551E0D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2AABD-85E4-4485-9AFE-950543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550399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1AFB9-8ECD-427A-8C22-D80312BF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IT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5E9CE-F873-4F53-88A3-4EAB4B7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Email and service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A2561-0343-40C8-83B3-73912F1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85FFF-72B9-47EA-97DA-7BCE2E78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The API saves the action and queues its notification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74856-250F-440C-B620-2E96865F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93CC0-57FA-4F32-B694-E7B6E48D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 separate worker delivers through approved SMTP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A2B11-07FB-4D91-A365-F9C5A32B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54115-A675-4324-8146-8CEDF69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Queued or SMTP accepted does not prove inbox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14822-9E6E-4A64-BF79-38EB2D0F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BFFBB-3DCE-4435-838E-1485163C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Use the API/SMTP guide for private setup and troubleshooting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C421F-C6DF-4328-85AE-7DE73A2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55525-13DB-4A46-B12D-FEC0DDE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4454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B2B05-1C98-4515-A2C6-C6FA1DD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GUIDED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86375-2152-490E-822C-7BD58900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Training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D7B13-E693-4C2C-B81A-AB995D0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C0FBD-E16F-4FF2-BCBD-ACF5D0F7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Admin creates and assigns a synthetic asset to a test Employee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F7F4F-34D4-456B-B38E-C975214B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9C213-4E08-4A2A-805F-9D540A0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Employee checks details, acknowledges receipt and raises a ticket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A764B-1A28-42A1-ACFD-9C28FA4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BF3F5-B585-4D5D-BB9E-691AB47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IT staff replies and completes the ticket with a resolution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DDD0B-50DE-49C6-BA3B-CE06D4FF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21F3E-C5A9-4465-921F-B0797C6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Admin checks history and exports a permitted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5F958-09B4-4F50-93C9-0CA37B0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EE2C5-D8CD-45C5-A514-FBF9C0D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389183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AF9E0-019C-419A-B3B4-CA75253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ALL PARTICIPANTS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ACC0D-691D-4422-B362-17C2AD4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Knowledge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023FD-E1AE-461A-9387-8EE7743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1CD19-AC98-44F1-BC26-6BBCB19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Can an Employee edit the laptop serial number?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C200-D9BE-43EE-8E90-C2417D33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39981-75F8-4F83-8CDA-2EEFFF3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Does portal acceptance confirm receipt of equipment?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5F3DC-E2F5-410D-ADBD-2ACDE672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2F08F-1EF2-4565-9025-91DC263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Why could an asset or employee be missing from assignment?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AA2CB-64C1-4BA9-B713-C2ACBD4F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7D10E-B8D1-456A-876A-2F0E3C7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Does a queued notification prove receipt of email?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7A3DD-2AAD-4D01-834F-DC0B95E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6E88-DFB9-4F9C-8E12-8F136FF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296774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77D82-69B7-4CB3-9055-3B68E56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ALL PARTICIPANTS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A1461-80FE-45A8-8C68-3A98A412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D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5B"/>
                </a:solidFill>
                <a:latin typeface="Arial"/>
                <a:ea typeface="Arial"/>
                <a:cs typeface="Arial"/>
              </a:rPr>
              <a:t>Daily reference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1CA41-DBE8-4D56-805E-E278A093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42BFA-3A3B-47AA-8807-6C01F05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Staff review equipment and use Support desk for issues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0B069-7AE5-464B-98A8-6F66647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5EF54-D3FD-4962-A167-50755382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Admin maintains custody and resolves import exceptions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F0E9B-9032-4BD9-8797-51D59038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BB2F6-FBEE-4DF6-A076-4BBFA4C3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Management confirms ownership and production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8FF87-377D-42B9-AE27-E1BEC927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9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59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054E9-889E-4909-A11E-C75DFFA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4A"/>
                </a:solidFill>
                <a:latin typeface="Arial"/>
                <a:ea typeface="Arial"/>
                <a:cs typeface="Arial"/>
              </a:rPr>
              <a:t>Reference guides cover user workflows and API/SMTP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13BD4-32B8-42F9-A8CB-3E60D6A6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IAC Asset Management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AE190-E130-4351-B1F2-4D031E9C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01966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2026-10-19T19:18:44.4970000Z</dcterms:created>
  <dcterms:modified xsi:type="dcterms:W3CDTF">2026-10-19T19:18:44.4970000Z</dcterms:modified>
</coreProperties>
</file>